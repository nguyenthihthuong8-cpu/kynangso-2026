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F6792-28EC-4988-8C37-B4CE1745FA10}" type="datetimeFigureOut">
              <a:rPr lang="en-US" smtClean="0"/>
              <a:t>18/09/2026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F1F63-D56D-4561-9F19-1BCD0D0D4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872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F6792-28EC-4988-8C37-B4CE1745FA10}" type="datetimeFigureOut">
              <a:rPr lang="en-US" smtClean="0"/>
              <a:t>18/09/2026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F1F63-D56D-4561-9F19-1BCD0D0D4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069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F6792-28EC-4988-8C37-B4CE1745FA10}" type="datetimeFigureOut">
              <a:rPr lang="en-US" smtClean="0"/>
              <a:t>18/09/2026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F1F63-D56D-4561-9F19-1BCD0D0D4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050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F6792-28EC-4988-8C37-B4CE1745FA10}" type="datetimeFigureOut">
              <a:rPr lang="en-US" smtClean="0"/>
              <a:t>18/09/2026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F1F63-D56D-4561-9F19-1BCD0D0D4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99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F6792-28EC-4988-8C37-B4CE1745FA10}" type="datetimeFigureOut">
              <a:rPr lang="en-US" smtClean="0"/>
              <a:t>18/09/2026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F1F63-D56D-4561-9F19-1BCD0D0D4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009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F6792-28EC-4988-8C37-B4CE1745FA10}" type="datetimeFigureOut">
              <a:rPr lang="en-US" smtClean="0"/>
              <a:t>18/09/2026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F1F63-D56D-4561-9F19-1BCD0D0D4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384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F6792-28EC-4988-8C37-B4CE1745FA10}" type="datetimeFigureOut">
              <a:rPr lang="en-US" smtClean="0"/>
              <a:t>18/09/2026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F1F63-D56D-4561-9F19-1BCD0D0D4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61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F6792-28EC-4988-8C37-B4CE1745FA10}" type="datetimeFigureOut">
              <a:rPr lang="en-US" smtClean="0"/>
              <a:t>18/09/2026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F1F63-D56D-4561-9F19-1BCD0D0D4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00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F6792-28EC-4988-8C37-B4CE1745FA10}" type="datetimeFigureOut">
              <a:rPr lang="en-US" smtClean="0"/>
              <a:t>18/09/2026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F1F63-D56D-4561-9F19-1BCD0D0D4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699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F6792-28EC-4988-8C37-B4CE1745FA10}" type="datetimeFigureOut">
              <a:rPr lang="en-US" smtClean="0"/>
              <a:t>18/09/2026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F1F63-D56D-4561-9F19-1BCD0D0D4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880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F6792-28EC-4988-8C37-B4CE1745FA10}" type="datetimeFigureOut">
              <a:rPr lang="en-US" smtClean="0"/>
              <a:t>18/09/2026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F1F63-D56D-4561-9F19-1BCD0D0D4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150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0F6792-28EC-4988-8C37-B4CE1745FA10}" type="datetimeFigureOut">
              <a:rPr lang="en-US" smtClean="0"/>
              <a:t>18/09/2026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7F1F63-D56D-4561-9F19-1BCD0D0D4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963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baigiang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685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baigiang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baigiang</dc:title>
  <dc:creator>Admin</dc:creator>
  <cp:lastModifiedBy>Admin</cp:lastModifiedBy>
  <cp:revision>1</cp:revision>
  <dcterms:created xsi:type="dcterms:W3CDTF">2026-09-18T00:47:43Z</dcterms:created>
  <dcterms:modified xsi:type="dcterms:W3CDTF">2026-09-18T00:48:10Z</dcterms:modified>
</cp:coreProperties>
</file>