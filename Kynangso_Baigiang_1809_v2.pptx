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7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6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50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9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09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84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61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699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80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50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F6792-28EC-4988-8C37-B4CE1745FA10}" type="datetimeFigureOut">
              <a:rPr lang="en-US" smtClean="0"/>
              <a:t>18/09/2026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F1F63-D56D-4561-9F19-1BCD0D0D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96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8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baigiang</dc:title>
  <dc:creator>Admin</dc:creator>
  <cp:lastModifiedBy>Admin</cp:lastModifiedBy>
  <cp:revision>3</cp:revision>
  <dcterms:created xsi:type="dcterms:W3CDTF">2026-09-18T00:47:43Z</dcterms:created>
  <dcterms:modified xsi:type="dcterms:W3CDTF">2026-09-18T01:34:36Z</dcterms:modified>
</cp:coreProperties>
</file>